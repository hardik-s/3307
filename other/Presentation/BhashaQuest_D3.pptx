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This is Bhasha Quest, a dual-language learning app for Nepali and Kannada. In this 8-minute run I'll cover architecture, patterns, features, data, testing, and reflections.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Goals and requirements: dual streams, each with units of exactly three exercises; Path tab shows completed/current/locked; admin override password admin123 for instructors/demos; audio support; MCQ click-to-fill and character picker; track XP, streak, skills; Profile with date control for testing. Emphasize structured, data-driven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Architecture: layered MVC. UI -&gt; Controller -&gt; Domain -&gt; Data. Controller orchestrates grading, profile updates, persistence. Repositories abstract storage: JSON today; SQLite profile repo ready. Signals/slots decouple UI from domain; no widget calls inside domain. Error handling: missing content/profile emit errors; missing audio safely ignored; bounds checks protect stream/unit/exercise 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flow: choose stream/unit from Home/Path; LessonView shows exercise; submit triggers Strategy grader; controller updates XP/streak/skills, persists profile; after third exercise, unitCompleted emitted, confetti dialog, continue to next unit. Keep pace: four steps in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patterns used in code: Factory (ExerciseFactory builds MCQ/Translate/TileOrder/Listen/Speak from JSON, open/closed). Singleton (AudioManager owns the single media player/output). Strategy (grader hierarchy chosen at runtime; adding CharacterSelection or Listen required no controller rewrite). Observer (Profile is Subject; ProfileView subscribes to stay in sync). Stress that these are exercised, not just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Home/Path: two streams (Nepali, Kannada). Path tab shows completed/current/locked units with coloring; double-click locked prompts for admin override (admin123) to jump ahead. This supports demo flexibility while preserving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Lesson: MCQ click-to-fill answer field reduces typing; character picker for script answers; audio button appears when audioPath exists; progress label shows position in the 3-exercise unit. Keep this concise—about 50 seconds walking through UI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completion: on finishing the third exercise, controller emits unitCompleted; UI shows confetti animation and a 'Keep Learning' button to advance. Mention the celebratory UX and seamless continuation (about 20–25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Profile: hardcoded learner Hardik; shows XP and streak; skills list. The +1 day button increments date/streak for demo/testing. Observer keeps the view synced to Profile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&amp; Data: data-driven JSON—streams -&gt; units (exactly 3 exercises) -&gt; specs. Per-language character sets, audio paths under code/assets/audio. SQLite profile repository sits behind the same interface for future promotion; mention this extensibility (~40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&amp; quality (about 1:10): vendored gtest/gmock; build target bhashaquest_tests. Suites cover Factory creation paths, graders (MCQ/Translate/CharacterSelection/TileOrder/Listen/Speak), SRSScheduler intervals, Profile XP/streak/unit completion, JsonContentRepository load/error handling. Demo running tests in Qt Creator AutoTest: open code/tests/tests.pro, build target bhashaquest_tests, open AutoTest pane, select GoogleTest, run all—show green. Mention next step: controller signal tests with mocks.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&amp; reflection (~35 seconds): Patterns made adding new exercise types/streams straightforward. Trade-offs: Speak is stubbed; SQLite not primary yet. Next: real ASR for Speak, promote SQLite, richer Path UX, more gmock coverage on controller startup/error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(~20 seconds): Recap dual streams, structured units, tested core logic. Invite questions or additional demos (Path lock, unit completion, profile streak increment).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Bhasha Quest: Dual-Stream Language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Deliverable 3 • Hardik Shrestha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Dual streams: Nepali &amp; Kannada</a:t>
            </a:r>
          </a:p>
          <a:p>
            <a:pPr>
              <a:defRPr sz="2000"/>
            </a:pPr>
            <a:r>
              <a:t>Units of 3 exercises; Path tab with locks</a:t>
            </a:r>
          </a:p>
          <a:p>
            <a:pPr>
              <a:defRPr sz="2000"/>
            </a:pPr>
            <a:r>
              <a:t>Admin override for demos (admin123)</a:t>
            </a:r>
          </a:p>
          <a:p>
            <a:pPr>
              <a:defRPr sz="2000"/>
            </a:pPr>
            <a:r>
              <a:t>Audio support; MCQ click-to-fill; character picker</a:t>
            </a:r>
          </a:p>
          <a:p>
            <a:pPr>
              <a:defRPr sz="2000"/>
            </a:pPr>
            <a:r>
              <a:t>Track XP, streak, skills; Profile with date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UI → Controller → Domain → Data (strict)</a:t>
            </a:r>
          </a:p>
          <a:p>
            <a:pPr>
              <a:defRPr sz="2000"/>
            </a:pPr>
            <a:r>
              <a:t>Controller orchestrates grading, progress, persistence</a:t>
            </a:r>
          </a:p>
          <a:p>
            <a:pPr>
              <a:defRPr sz="2000"/>
            </a:pPr>
            <a:r>
              <a:t>Repositories: JSON now; SQLite-ready profile</a:t>
            </a:r>
          </a:p>
          <a:p>
            <a:pPr>
              <a:defRPr sz="2000"/>
            </a:pPr>
            <a:r>
              <a:t>Signals/slots for decoupling; guarded error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Progression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Select stream/unit (Home or Path)</a:t>
            </a:r>
          </a:p>
          <a:p>
            <a:pPr>
              <a:defRPr sz="2000"/>
            </a:pPr>
            <a:r>
              <a:t>Submit → Strategy grader → result</a:t>
            </a:r>
          </a:p>
          <a:p>
            <a:pPr>
              <a:defRPr sz="2000"/>
            </a:pPr>
            <a:r>
              <a:t>Update XP/streak/skills; persist profile</a:t>
            </a:r>
          </a:p>
          <a:p>
            <a:pPr>
              <a:defRPr sz="2000"/>
            </a:pPr>
            <a:r>
              <a:t>After 3rd exercise: confetti + continue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In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Factory: ExerciseFactory builds MCQ/Translate/TileOrder/Listen/Speak</a:t>
            </a:r>
          </a:p>
          <a:p>
            <a:pPr>
              <a:defRPr sz="2000"/>
            </a:pPr>
            <a:r>
              <a:t>Singleton: AudioManager owns the media player/output</a:t>
            </a:r>
          </a:p>
          <a:p>
            <a:pPr>
              <a:defRPr sz="2000"/>
            </a:pPr>
            <a:r>
              <a:t>Strategy: Grader hierarchy chosen at runtime</a:t>
            </a:r>
          </a:p>
          <a:p>
            <a:pPr>
              <a:defRPr sz="2000"/>
            </a:pPr>
            <a:r>
              <a:t>Observer: Profile notifies ProfileView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Features: Home &amp;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Stream cards for Nepali/Kannada</a:t>
            </a:r>
          </a:p>
          <a:p>
            <a:pPr>
              <a:defRPr sz="2000"/>
            </a:pPr>
            <a:r>
              <a:t>Path tab shows completed/current/locked units</a:t>
            </a:r>
          </a:p>
          <a:p>
            <a:pPr>
              <a:defRPr sz="2000"/>
            </a:pPr>
            <a:r>
              <a:t>Admin override prompt (admin123) to jump</a:t>
            </a:r>
          </a:p>
          <a:p>
            <a:pPr>
              <a:defRPr sz="2000"/>
            </a:pPr>
            <a:r>
              <a:t>Unit status coloring for quick 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Features: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MCQ click-to-fill answer field</a:t>
            </a:r>
          </a:p>
          <a:p>
            <a:pPr>
              <a:defRPr sz="2000"/>
            </a:pPr>
            <a:r>
              <a:t>Character picker for script answers</a:t>
            </a:r>
          </a:p>
          <a:p>
            <a:pPr>
              <a:defRPr sz="2000"/>
            </a:pPr>
            <a:r>
              <a:t>Audio button when audioPath provided</a:t>
            </a:r>
          </a:p>
          <a:p>
            <a:pPr>
              <a:defRPr sz="2000"/>
            </a:pPr>
            <a:r>
              <a:t>Progress label for 3-exercise unit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Features: Unit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Confetti animation on unit completion</a:t>
            </a:r>
          </a:p>
          <a:p>
            <a:pPr>
              <a:defRPr sz="2000"/>
            </a:pPr>
            <a:r>
              <a:t>Continue CTA to next unit</a:t>
            </a:r>
          </a:p>
          <a:p>
            <a:pPr>
              <a:defRPr sz="2000"/>
            </a:pPr>
            <a:r>
              <a:t>Signals emitted from controller for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Features: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Learner: Hardik; XP &amp; streak displayed</a:t>
            </a:r>
          </a:p>
          <a:p>
            <a:pPr>
              <a:defRPr sz="2000"/>
            </a:pPr>
            <a:r>
              <a:t>+1 day button increments date/streak</a:t>
            </a:r>
          </a:p>
          <a:p>
            <a:pPr>
              <a:defRPr sz="2000"/>
            </a:pPr>
            <a:r>
              <a:t>Skill list shows mastered topics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JSON: streams → units (3 exercises) → specs</a:t>
            </a:r>
          </a:p>
          <a:p>
            <a:pPr>
              <a:defRPr sz="2000"/>
            </a:pPr>
            <a:r>
              <a:t>Per-language character sets; audio paths</a:t>
            </a:r>
          </a:p>
          <a:p>
            <a:pPr>
              <a:defRPr sz="2000"/>
            </a:pPr>
            <a:r>
              <a:t>Assets under code/assets/audio</a:t>
            </a:r>
          </a:p>
          <a:p>
            <a:pPr>
              <a:defRPr sz="2000"/>
            </a:pPr>
            <a:r>
              <a:t>SQLite profile repo ready behind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Vendored gtest/gmock; target bhashaquest_tests</a:t>
            </a:r>
          </a:p>
          <a:p>
            <a:pPr>
              <a:defRPr sz="2000"/>
            </a:pPr>
            <a:r>
              <a:t>Covers Factory, graders, SRSScheduler, Profile, JsonContentRepo</a:t>
            </a:r>
          </a:p>
          <a:p>
            <a:pPr>
              <a:defRPr sz="2000"/>
            </a:pPr>
            <a:r>
              <a:t>Planned: controller signal tests with mocks</a:t>
            </a:r>
          </a:p>
          <a:p>
            <a:pPr>
              <a:defRPr sz="2000"/>
            </a:pPr>
            <a:r>
              <a:t>Qt Creator AutoTest: open tests.pro → build → run 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Patterns eased new exercises/streams</a:t>
            </a:r>
          </a:p>
          <a:p>
            <a:pPr>
              <a:defRPr sz="2000"/>
            </a:pPr>
            <a:r>
              <a:t>Trade-off: Speak stubbed; SQLite not primary</a:t>
            </a:r>
          </a:p>
          <a:p>
            <a:pPr>
              <a:defRPr sz="2000"/>
            </a:pPr>
            <a:r>
              <a:t>Next: real ASR, promote SQLite, richer Path 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Dual streams, structured units, tested core</a:t>
            </a:r>
          </a:p>
          <a:p>
            <a:pPr>
              <a:defRPr sz="2000"/>
            </a:pPr>
            <a:r>
              <a:t>Happy to demo any flow or dive into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